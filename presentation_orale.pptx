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PRICE TRACKER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comparaison automatique des prix de jeux video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APE-DS2E — Web Scraping &amp; Data Science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02/03/2026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1  |  Presentateur 2  |  Presentateur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du projet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1  —  2 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choix techniques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2677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2  —  3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06624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live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9809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1  —  2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41985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9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438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Ethique &amp; defis techniques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6941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3  —  2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133088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51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ameliorations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4074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3  —  1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F172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&amp; OBJECTIF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prix des jeux video varient enormement d'un vendeur a l'autre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manuellement est chronophage et peu fiable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prix changent quotidiennement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vue d'ensemble du marche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automatise de 2 sites (DLCompare + GoCleCD)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croisee des prix en temps reel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popularite (Google Trends)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economique + 7 visualisations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FONCTIONNALITES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0604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4300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multi-sites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DLCompare.fr + GoCleCD.fr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croisee des prix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143000"/>
            <a:ext cx="260604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4300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Score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Google Trends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popularite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143000"/>
            <a:ext cx="260604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114300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economique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descriptives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matplotlib + seaborn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017520"/>
            <a:ext cx="260604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01752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CLI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= tout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91840" y="3017520"/>
            <a:ext cx="260604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91840" y="301752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34747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donnees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47472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JSON horodates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scrapings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26480" y="3017520"/>
            <a:ext cx="2606040" cy="1645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26480" y="3017520"/>
            <a:ext cx="260604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tests unitaires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30936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des modeles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automatisee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74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OOP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0" y="1097280"/>
            <a:ext cx="3657600" cy="914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0" y="1097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BaseScraper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Chrome, delais ethiques, context manager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920240" y="2011680"/>
            <a:ext cx="0" cy="4572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9164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0" cy="4572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908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040880" y="2011680"/>
            <a:ext cx="0" cy="4572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1228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606040"/>
            <a:ext cx="2743200" cy="100584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5760" y="2606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DLCompareScraper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+ prix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Selecteurs CSS calibres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017520" y="2606040"/>
            <a:ext cx="2743200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017520" y="2606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GoclecdScraper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+ comparaison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regex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0" y="2606040"/>
            <a:ext cx="2743200" cy="10058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0" y="2606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TrendScraper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Hype Score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931920"/>
            <a:ext cx="393192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93192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39776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@dataclass Models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 |  Offer  |  GameCollection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46320" y="3931920"/>
            <a:ext cx="393192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46320" y="3931920"/>
            <a:ext cx="3931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39776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PriceAnalyzer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matplotlib + seaborn → 7 graphiques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74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TECHNIQUE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188720"/>
            <a:ext cx="20116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371600"/>
            <a:ext cx="640080" cy="6400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DLCompare.fr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6060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headless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elements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jeux + prix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514600" y="1188720"/>
            <a:ext cx="20116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65176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GoCleCD.fr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51760" y="26060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croisee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jeux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4348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754880" y="1188720"/>
            <a:ext cx="20116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40680" y="13716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4406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89204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92040" y="26060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pytrends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jeux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751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995160" y="1188720"/>
            <a:ext cx="20116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80960" y="13716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13232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132320" y="26060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descriptives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graphiques PNG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CSV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74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&amp; OUTILS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Technologie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Usage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Pourquoi ce choix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Selenium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Scraping navigateur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Contenu dynamique (JS)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pandas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Analyse de donnees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Standard industrie pour la data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matplotlib + seaborn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Visualisations (7 graphiques)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Graphiques statistiques pro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webdriver-manager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ChromeDriver auto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Portabilite Mac/Win/Linux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pytrends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 Trends 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Mesure de popularite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2 400+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4008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69748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69748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Python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5488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812280" y="3886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812280" y="4389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4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2560320"/>
            <a:ext cx="5486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560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python main.py --dlcompare --no-trends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3246120"/>
            <a:ext cx="5486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246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Visualisation des resultats en temps reel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0" y="3931920"/>
            <a:ext cx="5486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931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1905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Ouverture des graphiques generes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1 — Demo ~2 min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ETHIQUE &amp; SCRAPING RESPONSABLE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402336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Delais aleatoires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6 secondes entre chaque requete pour ne pas surcharger les serveurs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331720"/>
            <a:ext cx="402336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33172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 identifie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d'un navigateur standard, pas de tentative de masquage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566160"/>
            <a:ext cx="402336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356616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headless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3977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l'impact sur les serveurs (pas de chargement d'images inutiles)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097280"/>
            <a:ext cx="402336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09728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publiques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prix affiches publiquement, aucune donnee privee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2331720"/>
            <a:ext cx="402336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33172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academique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universitaire, pas d'exploitation commerciale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566160"/>
            <a:ext cx="4023360" cy="10515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356616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d'identifiants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29200" y="3977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login, mot de passe ou API key stocke dans le code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74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DEFIS &amp; SOLUTIONS TECHNIQUES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0233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097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et symbole EUR sur 2 lignes separees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40233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5156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097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adapte : cherche le nombre decimal sans exiger EUR sur la meme ligne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011680"/>
            <a:ext cx="40233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1168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05740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Selecteurs CSS ecrits a l'aveugle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011680"/>
            <a:ext cx="40233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01168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205740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debug_selectors.py pour tester les selecteurs en live et sauvegarder le HTML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971800"/>
            <a:ext cx="40233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971800"/>
            <a:ext cx="64008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30175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charge dynamiquement (JS)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971800"/>
            <a:ext cx="40233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297180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4983480" y="301752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avec attentes explicites (WebDriverWait) + scroll pour lazy loading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3931920"/>
            <a:ext cx="40233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931920"/>
            <a:ext cx="64008" cy="7772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" y="39776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GoCleCD : pas de selecteurs d'offres standards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931920"/>
            <a:ext cx="402336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93192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4983480" y="39776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multi-fallback : selecteurs CSS → recherche → extraction regex sur le body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74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BILAN &amp; AMELIORATIONS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OOP extensible (ajouter un site = 1 classe)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Multi-sites avec comparaison croisee automatique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Score : enrichissement innovant (Google Trends)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en temps reel, differentes a chaque execution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visualisations professionnelles automatiques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: Mac, Windows, Linux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AMELIORATIONS FUTURES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plus de sites (Instant Gaming, CDKeys...)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donnees pour historique des prix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avec Flask ou Streamlit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de prix par email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temporel des tendances de prix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des pages de detail (toutes les offres)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Presentateur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371600" y="3291840"/>
            <a:ext cx="6400800" cy="54864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scrapes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92608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analyses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75488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2 400+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58368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github.com/VOTRE_USERNAME/game-price-tracker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Price Tracker - Presentation Orale</dc:title>
  <dc:subject>PptxGenJS Presentation</dc:subject>
  <dc:creator>Game Price Tracker</dc:creator>
  <cp:lastModifiedBy>Game Price Tracker</cp:lastModifiedBy>
  <cp:revision>1</cp:revision>
  <dcterms:created xsi:type="dcterms:W3CDTF">2026-02-22T14:31:31Z</dcterms:created>
  <dcterms:modified xsi:type="dcterms:W3CDTF">2026-02-22T14:31:31Z</dcterms:modified>
</cp:coreProperties>
</file>